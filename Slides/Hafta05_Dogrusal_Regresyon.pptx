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Regresyon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küçük kareler • gradyan inişi • matris biçimi • özellik dönüşümü • düzenlileştirme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regresyon 'merhaba dünya'dır ama sinir ağlarının tek nöronu ve kestirim teorisinin temelidir. Bu hafta öğrendiğiniz gradyan inişi 10. haftada aynen geri yayılımın içinde çalışacak.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Model ve maliyet, en küçük kareler (elle), katsayı yorumu, R²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Gradyan inişi (elle), öğrenme oranı; çoklu regresyon, normal denklem; özellik dönüşümü; ridge/lasso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elle → NumPy → sklearn; taban modeli yenmek; PV verisi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ve MSE maliyetini yazmak; en küçük kareleri elle çözmek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inişini elle uygulamak; η'nın etkisini bilmek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 biçimi ve normal denklem (NumPy ile)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Katsayıları birimle yorumlamak; ölçeklemenin etkisi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Kırık çizgi, sin/cos, polinom dönüşümleriyle eğri uydurmak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Ridge/lasso ne yapar, λ nasıl seçilir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 maliyet fonksiyonu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özellik: ŷ = w·x + b;  çok özellik: ŷ = w₁x₁ + … + w_d x_d + 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'Doğrusal' = parametrelere göre doğrusal; özellik x² ya da sin(x) olabilir (5.6)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J(w, b) = (1/N) Σ (ŷᵢ − yᵢ)²  — ortalama kare hata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neden? İşaretler götürmez, büyük hata çok cezalanır, türev her yerde tanımlı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J'yi en küçükleyen (w, b) = en küçük kareler çözümü</a:t>
            </a:r>
            <a:endParaRPr lang="en-US" sz="1500" dirty="0"/>
          </a:p>
        </p:txBody>
      </p:sp>
      <p:pic>
        <p:nvPicPr>
          <p:cNvPr id="6" name="Image 0" descr="/home/claude/yz_temelleri/img/reg_dog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53260"/>
            <a:ext cx="5242255" cy="362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5.1 Dikey artıkların karesi toplamı minimum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regresyonun kapalı çözümü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Türevi sıfıra eşitleyerek bulunan kapalı formül. Gradyan inişine ihtiyaç yok — ama ileride (sinir ağı) kapalı formül olmayacak.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∂J/∂w = 0 ve ∂J/∂b = 0 → iki denklem, iki bilinmeyen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Σ(xᵢ − x̄)(yᵢ − ȳ) / Σ(xᵢ − x̄)²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ȳ − w·x̄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3. haftadaki korelasyon formülünün payı: w = r · σ_y / σ_x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'ne kadar doğrusal', eğim 'x bir birim artınca y kaç birim'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5.1 — Dört noktaya doğru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[20, 24, 28, 32] °C, y = [80, 90, 110, 140] kW. Doğru? 30 °C tahmini? R²?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3.2'den: x̄ = 26, ȳ = 105, Σ(x−x̄)(y−ȳ) = 400, Σ(x−x̄)² = 80, Σ(y−ȳ)² = 2100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400/80 = 5.0 kW/°C;  b = 105 − 5·26 = −25  →  ŷ = 5T − 25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Tahminler [75, 95, 115, 135]; artıklar [5, −5, −5, 5]; Σe² = 100 → RMSE = 5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1 − 100/2100 = 0.952 = r² (0.976²) ✓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°C → 125 kW.  Yorum: her 1 °C ≈ 5 kW klima yükü; b = −25'in fiziksel anlamı yok (ekstrapolasyon)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inişi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başla → gradyanı hesapla → tersi yönde küçük adım → tekrarla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∂J/∂w = (2/N) Σ (ŷᵢ − yᵢ) xᵢ;   ∂J/∂b = (2/N) Σ (ŷᵢ − yᵢ)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← w − η ∂J/∂w;  b ← b − η ∂J/∂b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η: öğrenme oranı = adım büyüklüğü (RC simülasyonundaki dt gibi)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modelde kapalı çözüm yok; gradyan inişi genel yöntem (sinir ağları)</a:t>
            </a:r>
            <a:endParaRPr lang="en-US" sz="1500" dirty="0"/>
          </a:p>
        </p:txBody>
      </p:sp>
      <p:pic>
        <p:nvPicPr>
          <p:cNvPr id="6" name="Image 0" descr="/home/claude/yz_temelleri/img/maliyet_yuzey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16141"/>
            <a:ext cx="5242255" cy="3500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5.2 Maliyet yüzeyinde iniş yolu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oranının etkisi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neden şart? Özellik ölçekleri farklıysa maliyet yüzeyi dar bir vadi olur; tek bir η iki yöne birden uymaz, iniş zikzak çizer. Standartlaştırma yüzeyi yuvarlaklaştırır.</a:t>
            </a:r>
            <a:endParaRPr lang="en-US" sz="1500" dirty="0"/>
          </a:p>
        </p:txBody>
      </p:sp>
      <p:pic>
        <p:nvPicPr>
          <p:cNvPr id="6" name="Image 0" descr="/home/claude/yz_temelleri/img/ogrenme_ora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4205" y="2286000"/>
            <a:ext cx="6143284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η: yavaş; iyi η: hızlı iniş; büyük η: ıraksama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5.2 — İki iterasyon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[−1, 1], y = [1, 3]; w = b = 0; η = 0.1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İt. 1: ŷ = [0, 0], hata = [−1, −3];  ∂J/∂w = (−1)(−1) + (−3)(1) = −2;  ∂J/∂b = −4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0.2, b = 0.4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İt. 2: ŷ = [0.2, 0.6], hata = [−0.8, −2.4];  ∂J/∂w = 0.8 − 2.4 = −1.6;  ∂J/∂b = −3.2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0.36, b = 0.72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çözüm w = 1, b = 2'ye doğru; η = 0.1 ile ~40 iterasyon. η = 1.1 → ıraksar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regresyon: matris biçimi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X'e birler sütunu eklenir (sabit de bir katsayı). Gradyan sıfır → XᵀX w = Xᵀy: 2. haftadaki A·x = b problemi! Pratikte np.linalg.lstsq veya sklearn; eş-doğrusal özelliklerde XᵀX tekil olmaya yaklaşır → düzenlileştirme.</a:t>
            </a:r>
            <a:endParaRPr lang="en-US" sz="1500" dirty="0"/>
          </a:p>
        </p:txBody>
      </p:sp>
      <p:pic>
        <p:nvPicPr>
          <p:cNvPr id="6" name="Image 0" descr="/home/claude/yz_temelleri/img/matris_bic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2286000"/>
            <a:ext cx="1024128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Xw;  J = (1/N)‖Xw − y‖²;  normal denklem: w = (XᵀX)⁻¹Xᵀy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5.3 — Normal denklem, üç nokta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[0, 1, 2], y = [1, 3, 4]; ŷ = w₀ + w₁x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[[1,0],[1,1],[1,2]];  XᵀX = [[3,3],[3,5]];  Xᵀy = [8, 11]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3w₀ + 3w₁ = 8;  3w₀ + 5w₁ = 11 → 2w₁ = 3 → w₁ = 1.5;  w₀ = 1.167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Tahminler [1.17, 2.67, 4.17]; artıklar [−0.17, 0.33, −0.17] — toplamı sıfır (normal denklemin sonucu)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np.linalg.solve(X.T @ X, X.T @ y) → [1.167, 1.5]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Katsayıları yorumlamak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w_j = 'diğer her şey sabitken x_j bir birim artınca ŷ kaç birim değişir'. Ham birimde: kW/°C. Standartlaştırılmış: kW per σ → özellikler karşılaştırılabilir. Eş-doğrusallık varsa 'diğerleri sabitken' bozulur.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311337"/>
                <a:gridCol w="3544049"/>
                <a:gridCol w="2465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Katsayı (ham)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Standartlaştırılmış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sicaklik_C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0.4 kW/°C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°C altında etkisi küçük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kW/σ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klima = max(T−24,0)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6.6 kW/°C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°C üstü her derece ek 6.6 kW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 kW/σ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hafta_sonu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−28 kW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sonu 28 kW düşük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−12 kW/σ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sin/cos(saat)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−26, −32 kW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fazı ve genliği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−18, −23 — en büyük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dönüşümü: kırık çizgi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'Doğrusal' model eğri ilişkileri yakalar — eğriliği özelliklere koyarsanız. 24 °C altında eğim w_T, üstünde w_T + w_klima. max(x−c, 0) = ReLU: 9. haftada sinir ağının aktivasyonu.</a:t>
            </a:r>
            <a:endParaRPr lang="en-US" sz="1500" dirty="0"/>
          </a:p>
        </p:txBody>
      </p:sp>
      <p:pic>
        <p:nvPicPr>
          <p:cNvPr id="6" name="Image 0" descr="/home/claude/yz_temelleri/img/ozellik_donusum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964" y="2286000"/>
            <a:ext cx="5953768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T'nin yanına klima = max(T−24, 0) eklenince aynı doğrusal model iki parçalı doğru öğrenir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Saatin döngüsel kodlaması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0-23'ü doğrudan sayı olarak kullanmak yanlış: 23 ile 0 komşu ama sayıca en uzak; profil tepeli, doğrusal değil. 4. haftada doğrusal modelin tabanı yenememesinin nedeni buydu.</a:t>
            </a:r>
            <a:endParaRPr lang="en-US" sz="1500" dirty="0"/>
          </a:p>
        </p:txBody>
      </p:sp>
      <p:pic>
        <p:nvPicPr>
          <p:cNvPr id="6" name="Image 0" descr="/home/claude/yz_temelleri/img/saat_kodl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369" y="2286000"/>
            <a:ext cx="9252957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sin(2πh/24), cos(2πh/24): 23 ile 0 komşu; 2. harmonik sabah/akşam çift tepe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kullanılan dönüşümler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081782"/>
                <a:gridCol w="3389960"/>
                <a:gridCol w="462267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İlişki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Dönüşüm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Kırık çizgi (eşik)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max(x − c, 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Klima yükü, doyma, eşikli olaylar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Döngüsel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sin(2πx/P), cos(2πx/P)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Saat, gün, açı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tipi, bölge (7. hafta)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Üstel / güç yasası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log(x), log(y)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Aşınma, ömür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Etkileşim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x₁·x₂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Sıcaklık etkisi gündüz güçlüyse: T·gunduz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Polinom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x², x³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 eğrilik; derece ≤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Düzenlileştirme: ridge ve lasso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(L2): J + λ Σ w²  — katsayıları küçültür, sıfır yapmaz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(L1): J + λ Σ |w|  — bazılarını tam sıfır yapar (özellik seçimi)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0: sıradan regresyon; λ ↑: model yumuşar, varyans ↓, yanlılık ↑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hiperparametre → RidgeCV / LassoCV (4. hafta)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b cezalandırılmaz; özellikler MUTLAKA ölçeklenir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Eş-doğrusallıkta ridge etkiyi paylaştırır, lasso birini seçer</a:t>
            </a:r>
            <a:endParaRPr lang="en-US" sz="1500" dirty="0"/>
          </a:p>
        </p:txBody>
      </p:sp>
      <p:pic>
        <p:nvPicPr>
          <p:cNvPr id="6" name="Image 0" descr="/home/claude/yz_temelleri/img/ridge_yo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84329"/>
            <a:ext cx="5242255" cy="29636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5.7 Ridge katsayı yolu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5.4 — Ridge'in etkisi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Ortalanmış tek özellik: Σx² = 80, Σxy = 400. Sıradan w = 5. Ridge: w = Σxy / (Σx² + λ)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20: w = 400/100 = 4.0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80: w = 400/160 = 2.5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Katsayı λ ile büzülür; model daha az agresif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Yararı: onlarca eş-doğrusal/gürültülü özellikte gürültüye uyan katsayıları bastırmak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 λ → eksik öğrenme; doğru λ doğrulama hatasının minimumunda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uca: tabanı yenmek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hafta: profil tabanı R² = 0.92; doğrusal model saatle düz çizgi → 0.54. Bu hafta: klima 0.54 → 1 harmonik 0.72 → 2 harmonik 0.905 → 3 harmonik 0.92 (taban yakalandı) → 2. derece etkileşimler + ridge 0.955. Algoritma hiç değişmedi, özellikler değişti.</a:t>
            </a:r>
            <a:endParaRPr lang="en-US" sz="1500" dirty="0"/>
          </a:p>
        </p:txBody>
      </p:sp>
      <p:pic>
        <p:nvPicPr>
          <p:cNvPr id="6" name="Image 0" descr="/home/claude/yz_temelleri/img/gercek_vs_tah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33" y="2286000"/>
            <a:ext cx="9995429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model: noktalar köşegende, artıklar sıfır etrafında simetrik ve yapısız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mühendisliği + doğrusal regresyon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27330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99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ozellik(d):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2*np.pi*d.saat/24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np.c_[np.sin(h), np.cos(h), np.sin(2*h), np.cos(2*h), np.sin(3*h), np.cos(3*h),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d.hafta_sonu, d.sicaklik_C, np.clip(d.sicaklik_C - 24, 0, None)]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egitim, test = df[df.gun &lt;= 24], df[df.gun &gt; 24]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LinearRegression().fit(ozellik(egitim), egitim.tuketim_kW)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tahmin = model.predict(ozellik(test))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print("RMSE:", np.sqrt(mean_squared_error(test.tuketim_kW, tahmin)).round(2),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"R2:", r2_score(test.tuketim_kW, tahmin).round(3))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özellik, 10 parametre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3 harmonik: profil; klima: kırık çizgi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11.8, R² ≈ 0.92 → taban yakalandı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Etkileşimler + ridge → 0.955 (defterde)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[1, 2, 3], y = [2, 4, 5]: w, b, R² elle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η'yı 10 katına çıkardınız, maliyet büyüyor: ne oldu?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veride 9, ham veride 1.5: hangisi 'daha etkili', hangisi 'derece başına kW'?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Saati doğrudan sayı olarak kullanmanın iki sakıncası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ve °F sıcaklık birlikte özellik: normal denklemde ne olur? Ridge?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3 — PV üretim tahmini (pv_uretim.csv)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gün saatlik: ışınım, sıcaklık, rüzgâr, bulutluluk → 10 kW PV üretimi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Zamana göre böl (45/15 gün); gündüz saatleri kararı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(saatlik profil) → (a) ışınım (b) +sıcaklık (c) +rüzgâr +ışınım×sıcaklık; RMSE/R² tablosu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Katsayı yorumu: kW/(W/m²); sıcaklık işareti fizikle uyumlu mu?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 ile λ; sıradan regresyonla karşılaştır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Gerçek–tahmin ve artık grafikleri; artıkta kalıp?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sınıflandırma — lojistik regresyon, k-NN, karışıklık matrisi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5 — Doğrusal Regresyon</dc:title>
  <dc:subject>PptxGenJS Presentation</dc:subject>
  <dc:creator>PptxGenJS</dc:creator>
  <cp:lastModifiedBy>PptxGenJS</cp:lastModifiedBy>
  <cp:revision>1</cp:revision>
  <dcterms:created xsi:type="dcterms:W3CDTF">2026-09-22T16:09:43Z</dcterms:created>
  <dcterms:modified xsi:type="dcterms:W3CDTF">2026-09-22T16:09:43Z</dcterms:modified>
</cp:coreProperties>
</file>